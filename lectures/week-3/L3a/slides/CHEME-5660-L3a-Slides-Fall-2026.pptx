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ea6888b5e3456a" /><Relationship Type="http://schemas.openxmlformats.org/officeDocument/2006/relationships/extended-properties" Target="/docProps/app.xml" Id="Ra8ec3b0fe7a9492e" /><Relationship Type="http://schemas.openxmlformats.org/officeDocument/2006/relationships/officeDocument" Target="/ppt/presentation.xml" Id="Rfc2d14591af04c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b847602f534308"/>
  </p:sldMasterIdLst>
  <p:notesMasterIdLst>
    <p:notesMasterId xmlns:r="http://schemas.openxmlformats.org/officeDocument/2006/relationships" r:id="Ra971465091ba4fbe"/>
  </p:notesMasterIdLst>
  <p:sldIdLst>
    <p:sldId xmlns:r="http://schemas.openxmlformats.org/officeDocument/2006/relationships" id="256" r:id="R91d7cb48c9f14a7b"/>
    <p:sldId xmlns:r="http://schemas.openxmlformats.org/officeDocument/2006/relationships" id="257" r:id="R49969f2543224269"/>
    <p:sldId xmlns:r="http://schemas.openxmlformats.org/officeDocument/2006/relationships" id="258" r:id="R33c1b0a06a5d4455"/>
    <p:sldId xmlns:r="http://schemas.openxmlformats.org/officeDocument/2006/relationships" id="259" r:id="Rcf93d1c50fe24d04"/>
    <p:sldId xmlns:r="http://schemas.openxmlformats.org/officeDocument/2006/relationships" id="260" r:id="R31bfae8248064c1e"/>
    <p:sldId xmlns:r="http://schemas.openxmlformats.org/officeDocument/2006/relationships" id="261" r:id="Rce48510e3c9a48fe"/>
    <p:sldId xmlns:r="http://schemas.openxmlformats.org/officeDocument/2006/relationships" id="262" r:id="Re59a0a3b2aab48a5"/>
    <p:sldId xmlns:r="http://schemas.openxmlformats.org/officeDocument/2006/relationships" id="263" r:id="R1c258387959e4a95"/>
    <p:sldId xmlns:r="http://schemas.openxmlformats.org/officeDocument/2006/relationships" id="264" r:id="Rc0c6e8946a484b89"/>
    <p:sldId xmlns:r="http://schemas.openxmlformats.org/officeDocument/2006/relationships" id="265" r:id="R3cd8e58fdf544ce2"/>
    <p:sldId xmlns:r="http://schemas.openxmlformats.org/officeDocument/2006/relationships" id="266" r:id="Raac99ab99bb643b7"/>
    <p:sldId xmlns:r="http://schemas.openxmlformats.org/officeDocument/2006/relationships" id="267" r:id="R20910da5b45e40d3"/>
    <p:sldId xmlns:r="http://schemas.openxmlformats.org/officeDocument/2006/relationships" id="268" r:id="Re961223ff2d14d8d"/>
    <p:sldId xmlns:r="http://schemas.openxmlformats.org/officeDocument/2006/relationships" id="269" r:id="R124a5412abd24cdb"/>
    <p:sldId xmlns:r="http://schemas.openxmlformats.org/officeDocument/2006/relationships" id="270" r:id="R7ab2c715d6e44e19"/>
    <p:sldId xmlns:r="http://schemas.openxmlformats.org/officeDocument/2006/relationships" id="271" r:id="R26a0e802160f400f"/>
    <p:sldId xmlns:r="http://schemas.openxmlformats.org/officeDocument/2006/relationships" id="272" r:id="Ra645762d3fed41bd"/>
    <p:sldId xmlns:r="http://schemas.openxmlformats.org/officeDocument/2006/relationships" id="273" r:id="Rb9e6f22c55984e78"/>
    <p:sldId xmlns:r="http://schemas.openxmlformats.org/officeDocument/2006/relationships" id="274" r:id="R80ca202be03542de"/>
    <p:sldId xmlns:r="http://schemas.openxmlformats.org/officeDocument/2006/relationships" id="275" r:id="Rc670bdc10ec04e8c"/>
    <p:sldId xmlns:r="http://schemas.openxmlformats.org/officeDocument/2006/relationships" id="276" r:id="R3e93e76b28f14cc5"/>
    <p:sldId xmlns:r="http://schemas.openxmlformats.org/officeDocument/2006/relationships" id="277" r:id="R02bfccc4be2342ac"/>
    <p:sldId xmlns:r="http://schemas.openxmlformats.org/officeDocument/2006/relationships" id="278" r:id="R85e125b392e54259"/>
    <p:sldId xmlns:r="http://schemas.openxmlformats.org/officeDocument/2006/relationships" id="279" r:id="Rf7bc80446bf14955"/>
    <p:sldId xmlns:r="http://schemas.openxmlformats.org/officeDocument/2006/relationships" id="280" r:id="Rce55caf308a94462"/>
    <p:sldId xmlns:r="http://schemas.openxmlformats.org/officeDocument/2006/relationships" id="281" r:id="Ra9bd46cf86f042b4"/>
    <p:sldId xmlns:r="http://schemas.openxmlformats.org/officeDocument/2006/relationships" id="282" r:id="R7ee72720180941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5c11c1c1ca432e" /><Relationship Type="http://schemas.openxmlformats.org/officeDocument/2006/relationships/slideMaster" Target="/ppt/slideMasters/slideMaster1.xml" Id="R1eb847602f534308" /><Relationship Type="http://schemas.openxmlformats.org/officeDocument/2006/relationships/notesMaster" Target="/ppt/notesMasters/notesMaster1.xml" Id="Ra971465091ba4fbe" /><Relationship Type="http://schemas.openxmlformats.org/officeDocument/2006/relationships/presProps" Target="/ppt/presProps.xml" Id="R9682ea908e3d4a37" /><Relationship Type="http://schemas.openxmlformats.org/officeDocument/2006/relationships/tableStyles" Target="/ppt/tableStyles.xml" Id="Rc9100a3e87424290" /><Relationship Type="http://schemas.openxmlformats.org/officeDocument/2006/relationships/slide" Target="/ppt/slides/slide1.xml" Id="R91d7cb48c9f14a7b" /><Relationship Type="http://schemas.openxmlformats.org/officeDocument/2006/relationships/slide" Target="/ppt/slides/slide2.xml" Id="R49969f2543224269" /><Relationship Type="http://schemas.openxmlformats.org/officeDocument/2006/relationships/slide" Target="/ppt/slides/slide3.xml" Id="R33c1b0a06a5d4455" /><Relationship Type="http://schemas.openxmlformats.org/officeDocument/2006/relationships/slide" Target="/ppt/slides/slide4.xml" Id="Rcf93d1c50fe24d04" /><Relationship Type="http://schemas.openxmlformats.org/officeDocument/2006/relationships/slide" Target="/ppt/slides/slide5.xml" Id="R31bfae8248064c1e" /><Relationship Type="http://schemas.openxmlformats.org/officeDocument/2006/relationships/slide" Target="/ppt/slides/slide6.xml" Id="Rce48510e3c9a48fe" /><Relationship Type="http://schemas.openxmlformats.org/officeDocument/2006/relationships/slide" Target="/ppt/slides/slide7.xml" Id="Re59a0a3b2aab48a5" /><Relationship Type="http://schemas.openxmlformats.org/officeDocument/2006/relationships/slide" Target="/ppt/slides/slide8.xml" Id="R1c258387959e4a95" /><Relationship Type="http://schemas.openxmlformats.org/officeDocument/2006/relationships/slide" Target="/ppt/slides/slide9.xml" Id="Rc0c6e8946a484b89" /><Relationship Type="http://schemas.openxmlformats.org/officeDocument/2006/relationships/slide" Target="/ppt/slides/slide10.xml" Id="R3cd8e58fdf544ce2" /><Relationship Type="http://schemas.openxmlformats.org/officeDocument/2006/relationships/slide" Target="/ppt/slides/slide11.xml" Id="Raac99ab99bb643b7" /><Relationship Type="http://schemas.openxmlformats.org/officeDocument/2006/relationships/slide" Target="/ppt/slides/slide12.xml" Id="R20910da5b45e40d3" /><Relationship Type="http://schemas.openxmlformats.org/officeDocument/2006/relationships/slide" Target="/ppt/slides/slide13.xml" Id="Re961223ff2d14d8d" /><Relationship Type="http://schemas.openxmlformats.org/officeDocument/2006/relationships/slide" Target="/ppt/slides/slide14.xml" Id="R124a5412abd24cdb" /><Relationship Type="http://schemas.openxmlformats.org/officeDocument/2006/relationships/slide" Target="/ppt/slides/slide15.xml" Id="R7ab2c715d6e44e19" /><Relationship Type="http://schemas.openxmlformats.org/officeDocument/2006/relationships/slide" Target="/ppt/slides/slide16.xml" Id="R26a0e802160f400f" /><Relationship Type="http://schemas.openxmlformats.org/officeDocument/2006/relationships/slide" Target="/ppt/slides/slide17.xml" Id="Ra645762d3fed41bd" /><Relationship Type="http://schemas.openxmlformats.org/officeDocument/2006/relationships/slide" Target="/ppt/slides/slide18.xml" Id="Rb9e6f22c55984e78" /><Relationship Type="http://schemas.openxmlformats.org/officeDocument/2006/relationships/slide" Target="/ppt/slides/slide19.xml" Id="R80ca202be03542de" /><Relationship Type="http://schemas.openxmlformats.org/officeDocument/2006/relationships/slide" Target="/ppt/slides/slide20.xml" Id="Rc670bdc10ec04e8c" /><Relationship Type="http://schemas.openxmlformats.org/officeDocument/2006/relationships/slide" Target="/ppt/slides/slide21.xml" Id="R3e93e76b28f14cc5" /><Relationship Type="http://schemas.openxmlformats.org/officeDocument/2006/relationships/slide" Target="/ppt/slides/slide22.xml" Id="R02bfccc4be2342ac" /><Relationship Type="http://schemas.openxmlformats.org/officeDocument/2006/relationships/slide" Target="/ppt/slides/slide23.xml" Id="R85e125b392e54259" /><Relationship Type="http://schemas.openxmlformats.org/officeDocument/2006/relationships/slide" Target="/ppt/slides/slide24.xml" Id="Rf7bc80446bf14955" /><Relationship Type="http://schemas.openxmlformats.org/officeDocument/2006/relationships/slide" Target="/ppt/slides/slide25.xml" Id="Rce55caf308a94462" /><Relationship Type="http://schemas.openxmlformats.org/officeDocument/2006/relationships/slide" Target="/ppt/slides/slide26.xml" Id="Ra9bd46cf86f042b4" /><Relationship Type="http://schemas.openxmlformats.org/officeDocument/2006/relationships/slide" Target="/ppt/slides/slide27.xml" Id="R7ee727201809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e493d41dae44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919ecb60614c0c" /><Relationship Type="http://schemas.openxmlformats.org/officeDocument/2006/relationships/notesMaster" Target="/ppt/notesMasters/notesMaster1.xml" Id="R993ae486a39449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67ea7e35ea443a" /><Relationship Type="http://schemas.openxmlformats.org/officeDocument/2006/relationships/notesMaster" Target="/ppt/notesMasters/notesMaster1.xml" Id="Rbdab571ece8845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fa5dbc8b8e431a" /><Relationship Type="http://schemas.openxmlformats.org/officeDocument/2006/relationships/notesMaster" Target="/ppt/notesMasters/notesMaster1.xml" Id="R361857388f2a48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fddd1837a04e97" /><Relationship Type="http://schemas.openxmlformats.org/officeDocument/2006/relationships/notesMaster" Target="/ppt/notesMasters/notesMaster1.xml" Id="R7dd4ab058c7147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6a575b40254062" /><Relationship Type="http://schemas.openxmlformats.org/officeDocument/2006/relationships/notesMaster" Target="/ppt/notesMasters/notesMaster1.xml" Id="R056212ab612f45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d310a1de9b4484" /><Relationship Type="http://schemas.openxmlformats.org/officeDocument/2006/relationships/notesMaster" Target="/ppt/notesMasters/notesMaster1.xml" Id="Rcbcc85cbecd945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d37f1802784132" /><Relationship Type="http://schemas.openxmlformats.org/officeDocument/2006/relationships/notesMaster" Target="/ppt/notesMasters/notesMaster1.xml" Id="R3dac61493e204b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1f108d21674421" /><Relationship Type="http://schemas.openxmlformats.org/officeDocument/2006/relationships/notesMaster" Target="/ppt/notesMasters/notesMaster1.xml" Id="R9f1b2178f8d443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89d58b9a8444a2" /><Relationship Type="http://schemas.openxmlformats.org/officeDocument/2006/relationships/notesMaster" Target="/ppt/notesMasters/notesMaster1.xml" Id="Race797094b9d42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99124248da4bfb" /><Relationship Type="http://schemas.openxmlformats.org/officeDocument/2006/relationships/notesMaster" Target="/ppt/notesMasters/notesMaster1.xml" Id="R29dc6355190947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19d306236841fc" /><Relationship Type="http://schemas.openxmlformats.org/officeDocument/2006/relationships/notesMaster" Target="/ppt/notesMasters/notesMaster1.xml" Id="R56a3ea067a3447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b71fbb36ba472c" /><Relationship Type="http://schemas.openxmlformats.org/officeDocument/2006/relationships/notesMaster" Target="/ppt/notesMasters/notesMaster1.xml" Id="R6c8ad05a9a8641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394a8292b54af6" /><Relationship Type="http://schemas.openxmlformats.org/officeDocument/2006/relationships/notesMaster" Target="/ppt/notesMasters/notesMaster1.xml" Id="R9cf2764a330546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28767f2d184755" /><Relationship Type="http://schemas.openxmlformats.org/officeDocument/2006/relationships/notesMaster" Target="/ppt/notesMasters/notesMaster1.xml" Id="Rb9eb90370b534e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61fb4ca20a4a7c" /><Relationship Type="http://schemas.openxmlformats.org/officeDocument/2006/relationships/notesMaster" Target="/ppt/notesMasters/notesMaster1.xml" Id="R32895364646247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4ce02a09f44a0c" /><Relationship Type="http://schemas.openxmlformats.org/officeDocument/2006/relationships/notesMaster" Target="/ppt/notesMasters/notesMaster1.xml" Id="R88f2061728cc4f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f05999454b416b" /><Relationship Type="http://schemas.openxmlformats.org/officeDocument/2006/relationships/notesMaster" Target="/ppt/notesMasters/notesMaster1.xml" Id="R776a528d9f8a48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48b6910ba84d2f" /><Relationship Type="http://schemas.openxmlformats.org/officeDocument/2006/relationships/notesMaster" Target="/ppt/notesMasters/notesMaster1.xml" Id="R04d419de4f3c4b5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60b375070942d0" /><Relationship Type="http://schemas.openxmlformats.org/officeDocument/2006/relationships/notesMaster" Target="/ppt/notesMasters/notesMaster1.xml" Id="R6acc55add7fd4e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e0821bfc134dcf" /><Relationship Type="http://schemas.openxmlformats.org/officeDocument/2006/relationships/notesMaster" Target="/ppt/notesMasters/notesMaster1.xml" Id="Rbf87c4885bfc40b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e53f98610f4a60" /><Relationship Type="http://schemas.openxmlformats.org/officeDocument/2006/relationships/notesMaster" Target="/ppt/notesMasters/notesMaster1.xml" Id="R957ce2015f1942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eb0b9857a84884" /><Relationship Type="http://schemas.openxmlformats.org/officeDocument/2006/relationships/notesMaster" Target="/ppt/notesMasters/notesMaster1.xml" Id="Rbfea2261e6ed4e5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d516076daf0499b" /><Relationship Type="http://schemas.openxmlformats.org/officeDocument/2006/relationships/notesMaster" Target="/ppt/notesMasters/notesMaster1.xml" Id="R682dbc77c9c143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119177d00544c9" /><Relationship Type="http://schemas.openxmlformats.org/officeDocument/2006/relationships/notesMaster" Target="/ppt/notesMasters/notesMaster1.xml" Id="Rd8d897b9677748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67810005044277" /><Relationship Type="http://schemas.openxmlformats.org/officeDocument/2006/relationships/notesMaster" Target="/ppt/notesMasters/notesMaster1.xml" Id="R40aa9bf29a42488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2d5582b535c4f66" /><Relationship Type="http://schemas.openxmlformats.org/officeDocument/2006/relationships/notesMaster" Target="/ppt/notesMasters/notesMaster1.xml" Id="R02c7f3bd17e749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19233072954caf" /><Relationship Type="http://schemas.openxmlformats.org/officeDocument/2006/relationships/notesMaster" Target="/ppt/notesMasters/notesMaster1.xml" Id="Rd78f6deaed584f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lectures/week-3/L3a/figs/Fig-L3a-Equity-Market-Schematic.pdf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https://www.investor.gov/introduction-investing/investing-basics/investment-products/stocks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lectures/week-3/L3a/figs/Fig-RiskReward-Asset-Schematic.pdf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https://doi.org/10.1080/713665670</a:t>
            </a:r>
          </a:p>
          <a:p xmlns:a="http://schemas.openxmlformats.org/drawingml/2006/main">
            <a:r>
              <a:t>- https://www.jstor.org/stable/2350970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https://doi.org/10.1080/713665670</a:t>
            </a:r>
          </a:p>
          <a:p xmlns:a="http://schemas.openxmlformats.org/drawingml/2006/main">
            <a:r>
              <a:t>- https://www.jstor.org/stable/2350970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https://doi.org/10.1080/713665670</a:t>
            </a:r>
          </a:p>
          <a:p xmlns:a="http://schemas.openxmlformats.org/drawingml/2006/main">
            <a:r>
              <a:t>- https://www.jstor.org/stable/2350970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https://doi.org/10.1080/713665670</a:t>
            </a:r>
          </a:p>
          <a:p xmlns:a="http://schemas.openxmlformats.org/drawingml/2006/main">
            <a:r>
              <a:t>- https://www.jstor.org/stable/2350970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https://doi.org/10.1080/713665670</a:t>
            </a:r>
          </a:p>
          <a:p xmlns:a="http://schemas.openxmlformats.org/drawingml/2006/main">
            <a:r>
              <a:t>- https://www.jstor.org/stable/2350970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https://doi.org/10.1080/713665670</a:t>
            </a:r>
          </a:p>
          <a:p xmlns:a="http://schemas.openxmlformats.org/drawingml/2006/main">
            <a:r>
              <a:t>- https://www.jstor.org/stable/2350970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https://doi.org/10.1080/713665670</a:t>
            </a:r>
          </a:p>
          <a:p xmlns:a="http://schemas.openxmlformats.org/drawingml/2006/main">
            <a:r>
              <a:t>- https://www.jstor.org/stable/2350970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  <a:p xmlns:a="http://schemas.openxmlformats.org/drawingml/2006/main">
            <a:r>
              <a:t>- CHEME-5660-L3a-SVD-SP500-Example-Fall-2026.ipynb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CHEME-5660-L3a-Lecture-Equity-Exchanges-Return-StylizedFacts-Fall-2026.ipynb</a:t>
            </a:r>
          </a:p>
          <a:p xmlns:a="http://schemas.openxmlformats.org/drawingml/2006/main">
            <a:r>
              <a:t>- lectures/week-3/L3a/docs/Notes.tex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ceff1e03b4d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cfdab95dd4118" /><Relationship Type="http://schemas.openxmlformats.org/officeDocument/2006/relationships/slideLayout" Target="/ppt/slideLayouts/slideLayout1.xml" Id="R1007a815dab844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07a815dab844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a1080373b46c4" /><Relationship Type="http://schemas.openxmlformats.org/officeDocument/2006/relationships/image" Target="/ppt/media/image.png" Id="Rcf928e7838b545c9" /><Relationship Type="http://schemas.openxmlformats.org/officeDocument/2006/relationships/notesSlide" Target="/ppt/notesSlides/notesSlide1.xml" Id="R7bded0c039d340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5d5a767c54179" /><Relationship Type="http://schemas.openxmlformats.org/officeDocument/2006/relationships/image" Target="/ppt/media/image2.png" Id="R65c377ba4ab9444e" /><Relationship Type="http://schemas.openxmlformats.org/officeDocument/2006/relationships/notesSlide" Target="/ppt/notesSlides/notesSlide2.xml" Id="Rfcab76a8d07b46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984b9aed64401" /><Relationship Type="http://schemas.openxmlformats.org/officeDocument/2006/relationships/image" Target="/ppt/media/image3.png" Id="Rb5741592de7e4e5a" /><Relationship Type="http://schemas.openxmlformats.org/officeDocument/2006/relationships/notesSlide" Target="/ppt/notesSlides/notesSlide3.xml" Id="Rbe2726ce9d2d43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8cee9a2344187" /><Relationship Type="http://schemas.openxmlformats.org/officeDocument/2006/relationships/image" Target="/ppt/media/image4.png" Id="R79052b0d91294026" /><Relationship Type="http://schemas.openxmlformats.org/officeDocument/2006/relationships/notesSlide" Target="/ppt/notesSlides/notesSlide4.xml" Id="R6d8c1b915bfa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51ee19ec94274" /><Relationship Type="http://schemas.openxmlformats.org/officeDocument/2006/relationships/image" Target="/ppt/media/image5.png" Id="R661c11a5da1541ca" /><Relationship Type="http://schemas.openxmlformats.org/officeDocument/2006/relationships/notesSlide" Target="/ppt/notesSlides/notesSlide5.xml" Id="R36d72530788c4e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dbb6cf62e4369" /><Relationship Type="http://schemas.openxmlformats.org/officeDocument/2006/relationships/image" Target="/ppt/media/image6.png" Id="Rbdf4f8efc2614bec" /><Relationship Type="http://schemas.openxmlformats.org/officeDocument/2006/relationships/notesSlide" Target="/ppt/notesSlides/notesSlide6.xml" Id="R94528e9fdbf34c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146b915c945bb" /><Relationship Type="http://schemas.openxmlformats.org/officeDocument/2006/relationships/image" Target="/ppt/media/image7.png" Id="R9c07b37085ba485f" /><Relationship Type="http://schemas.openxmlformats.org/officeDocument/2006/relationships/notesSlide" Target="/ppt/notesSlides/notesSlide7.xml" Id="R2be52bea312a47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da644af3247a8" /><Relationship Type="http://schemas.openxmlformats.org/officeDocument/2006/relationships/image" Target="/ppt/media/image8.png" Id="R0105211934ab47fb" /><Relationship Type="http://schemas.openxmlformats.org/officeDocument/2006/relationships/notesSlide" Target="/ppt/notesSlides/notesSlide8.xml" Id="Rb7df2d5fc0b54c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64ece8aff4f49" /><Relationship Type="http://schemas.openxmlformats.org/officeDocument/2006/relationships/image" Target="/ppt/media/image9.png" Id="R70ed7ea971274966" /><Relationship Type="http://schemas.openxmlformats.org/officeDocument/2006/relationships/notesSlide" Target="/ppt/notesSlides/notesSlide9.xml" Id="Re8d27506d1544a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9d86ece504d48" /><Relationship Type="http://schemas.openxmlformats.org/officeDocument/2006/relationships/image" Target="/ppt/media/image10.png" Id="Ra4f828c5888f4412" /><Relationship Type="http://schemas.openxmlformats.org/officeDocument/2006/relationships/notesSlide" Target="/ppt/notesSlides/notesSlide10.xml" Id="R05d8944b7bf14b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ee251b7074851" /><Relationship Type="http://schemas.openxmlformats.org/officeDocument/2006/relationships/image" Target="/ppt/media/image11.png" Id="R83db99679c7945c4" /><Relationship Type="http://schemas.openxmlformats.org/officeDocument/2006/relationships/notesSlide" Target="/ppt/notesSlides/notesSlide11.xml" Id="Rb958ec7fae0642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3941542f440a3" /><Relationship Type="http://schemas.openxmlformats.org/officeDocument/2006/relationships/image" Target="/ppt/media/image12.png" Id="R3386b1e56718420a" /><Relationship Type="http://schemas.openxmlformats.org/officeDocument/2006/relationships/notesSlide" Target="/ppt/notesSlides/notesSlide12.xml" Id="R40354456b36a49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229a804054189" /><Relationship Type="http://schemas.openxmlformats.org/officeDocument/2006/relationships/image" Target="/ppt/media/image13.png" Id="R85f33e59b67e401a" /><Relationship Type="http://schemas.openxmlformats.org/officeDocument/2006/relationships/notesSlide" Target="/ppt/notesSlides/notesSlide13.xml" Id="Ree68bc39c30343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956a5364d4dd6" /><Relationship Type="http://schemas.openxmlformats.org/officeDocument/2006/relationships/image" Target="/ppt/media/image14.png" Id="R7386e5afb29a4076" /><Relationship Type="http://schemas.openxmlformats.org/officeDocument/2006/relationships/notesSlide" Target="/ppt/notesSlides/notesSlide14.xml" Id="R06ade50d33ec4f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ffe2811124a75" /><Relationship Type="http://schemas.openxmlformats.org/officeDocument/2006/relationships/image" Target="/ppt/media/image15.png" Id="R3823c6f0fe8f4929" /><Relationship Type="http://schemas.openxmlformats.org/officeDocument/2006/relationships/notesSlide" Target="/ppt/notesSlides/notesSlide15.xml" Id="Rdd4269180e6845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5db558d9645ca" /><Relationship Type="http://schemas.openxmlformats.org/officeDocument/2006/relationships/image" Target="/ppt/media/image16.png" Id="Rd3ffd123e0444c5e" /><Relationship Type="http://schemas.openxmlformats.org/officeDocument/2006/relationships/notesSlide" Target="/ppt/notesSlides/notesSlide16.xml" Id="R50382c77f7fc46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ebd3ec866435d" /><Relationship Type="http://schemas.openxmlformats.org/officeDocument/2006/relationships/image" Target="/ppt/media/image17.png" Id="R1b310f31b11b4698" /><Relationship Type="http://schemas.openxmlformats.org/officeDocument/2006/relationships/notesSlide" Target="/ppt/notesSlides/notesSlide17.xml" Id="R75abdb6cfee642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86f5df4e048de" /><Relationship Type="http://schemas.openxmlformats.org/officeDocument/2006/relationships/image" Target="/ppt/media/image18.png" Id="Rce2128ad74e84115" /><Relationship Type="http://schemas.openxmlformats.org/officeDocument/2006/relationships/notesSlide" Target="/ppt/notesSlides/notesSlide18.xml" Id="R1140a8d3a0ce4e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49471dcfb4066" /><Relationship Type="http://schemas.openxmlformats.org/officeDocument/2006/relationships/image" Target="/ppt/media/image19.png" Id="R37fdd900b9ce47ab" /><Relationship Type="http://schemas.openxmlformats.org/officeDocument/2006/relationships/notesSlide" Target="/ppt/notesSlides/notesSlide19.xml" Id="Rf6364128d47e40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8d8e750774723" /><Relationship Type="http://schemas.openxmlformats.org/officeDocument/2006/relationships/image" Target="/ppt/media/image20.png" Id="Rd79e7a0386234f57" /><Relationship Type="http://schemas.openxmlformats.org/officeDocument/2006/relationships/notesSlide" Target="/ppt/notesSlides/notesSlide20.xml" Id="R78291b397e5748f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223938ae44a12" /><Relationship Type="http://schemas.openxmlformats.org/officeDocument/2006/relationships/image" Target="/ppt/media/image21.png" Id="R70d00654e5a9415f" /><Relationship Type="http://schemas.openxmlformats.org/officeDocument/2006/relationships/notesSlide" Target="/ppt/notesSlides/notesSlide21.xml" Id="Rb9bf784c036048c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5bcd0529b4c87" /><Relationship Type="http://schemas.openxmlformats.org/officeDocument/2006/relationships/image" Target="/ppt/media/image22.png" Id="R4b9b6bcf484247aa" /><Relationship Type="http://schemas.openxmlformats.org/officeDocument/2006/relationships/notesSlide" Target="/ppt/notesSlides/notesSlide22.xml" Id="R7515e9519116429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4159f85fe4ba9" /><Relationship Type="http://schemas.openxmlformats.org/officeDocument/2006/relationships/image" Target="/ppt/media/image23.png" Id="R1ce176b6101246d1" /><Relationship Type="http://schemas.openxmlformats.org/officeDocument/2006/relationships/notesSlide" Target="/ppt/notesSlides/notesSlide23.xml" Id="Rb81b9beacbc849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9886a5db74027" /><Relationship Type="http://schemas.openxmlformats.org/officeDocument/2006/relationships/image" Target="/ppt/media/image24.png" Id="Ra44e3cfafafe4845" /><Relationship Type="http://schemas.openxmlformats.org/officeDocument/2006/relationships/notesSlide" Target="/ppt/notesSlides/notesSlide24.xml" Id="R574962ad5a0a44e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66485db704a93" /><Relationship Type="http://schemas.openxmlformats.org/officeDocument/2006/relationships/image" Target="/ppt/media/image25.png" Id="R95446c7fd8e6401b" /><Relationship Type="http://schemas.openxmlformats.org/officeDocument/2006/relationships/notesSlide" Target="/ppt/notesSlides/notesSlide25.xml" Id="Rc60c03c9e17746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522a1ca3444a9" /><Relationship Type="http://schemas.openxmlformats.org/officeDocument/2006/relationships/image" Target="/ppt/media/image26.png" Id="R1762d740054b48e4" /><Relationship Type="http://schemas.openxmlformats.org/officeDocument/2006/relationships/notesSlide" Target="/ppt/notesSlides/notesSlide26.xml" Id="R67f7b11bc36745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5b37a320b4ecf" /><Relationship Type="http://schemas.openxmlformats.org/officeDocument/2006/relationships/image" Target="/ppt/media/image27.png" Id="R3fc4354b780645da" /><Relationship Type="http://schemas.openxmlformats.org/officeDocument/2006/relationships/notesSlide" Target="/ppt/notesSlides/notesSlide27.xml" Id="R71b6633b915f46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28e7838b545c9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384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377ba4ab9444e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51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41592de7e4e5a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334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52b0d91294026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24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c11a5da1541ca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039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4f8efc2614bec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521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7b37085ba485f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72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5211934ab47fb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141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d7ea971274966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616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828c5888f4412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568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b99679c7945c4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488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6b1e56718420a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476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33e59b67e401a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986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6e5afb29a4076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077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3c6f0fe8f4929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887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fd123e0444c5e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074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10f31b11b4698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076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128ad74e84115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2355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dd900b9ce47ab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871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e7a0386234f57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7870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00654e5a9415f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289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b6bcf484247aa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7155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176b6101246d1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2071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e3cfafafe4845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4511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46c7fd8e6401b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7852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2d740054b48e4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1520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4354b780645da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93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2026-08-15T12:16:35.1610000Z</dcterms:created>
  <dcterms:modified xsi:type="dcterms:W3CDTF">2026-08-15T12:16:35.1610000Z</dcterms:modified>
</coreProperties>
</file>